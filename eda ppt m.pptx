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3" r:id="rId1"/>
  </p:sldMasterIdLst>
  <p:sldIdLst>
    <p:sldId id="270" r:id="rId2"/>
    <p:sldId id="271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3A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13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1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6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4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0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4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4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8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1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06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3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97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3.0/" TargetMode="External"/><Relationship Id="rId2" Type="http://schemas.openxmlformats.org/officeDocument/2006/relationships/hyperlink" Target="https://slidehunter.com/powerpoint-templates/business-conference-orange-powerpoint-templat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768669" y="1691321"/>
            <a:ext cx="45719" cy="230831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72E75-C5FC-4468-857C-34EFA5B26E3F}"/>
              </a:ext>
            </a:extLst>
          </p:cNvPr>
          <p:cNvSpPr txBox="1"/>
          <p:nvPr/>
        </p:nvSpPr>
        <p:spPr>
          <a:xfrm>
            <a:off x="2228408" y="636840"/>
            <a:ext cx="6446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Wi</a:t>
            </a:r>
            <a:r>
              <a: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 Quality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EEEA1D-0E3C-43F6-BAAA-5C0E5525E802}"/>
              </a:ext>
            </a:extLst>
          </p:cNvPr>
          <p:cNvSpPr txBox="1"/>
          <p:nvPr/>
        </p:nvSpPr>
        <p:spPr>
          <a:xfrm>
            <a:off x="0" y="7464315"/>
            <a:ext cx="85029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s://slidehunter.com/powerpoint-templates/business-conference-orange-powerpoint-templat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/3.0/"/>
              </a:rPr>
              <a:t>CC BY</a:t>
            </a:r>
            <a:endParaRPr lang="en-IN" sz="9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38201A-B64E-4BB4-AE75-2700A16E3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9304" y="1597053"/>
            <a:ext cx="7683168" cy="4177667"/>
          </a:xfrm>
        </p:spPr>
      </p:pic>
    </p:spTree>
    <p:extLst>
      <p:ext uri="{BB962C8B-B14F-4D97-AF65-F5344CB8AC3E}">
        <p14:creationId xmlns:p14="http://schemas.microsoft.com/office/powerpoint/2010/main" val="3703762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Objective and Scope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685" y="2140904"/>
            <a:ext cx="6446520" cy="43513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Define the purpose of the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Understand wine quality factors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Identify key variables influencing 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Establish boundaries and assumptions</a:t>
            </a:r>
          </a:p>
        </p:txBody>
      </p:sp>
    </p:spTree>
    <p:extLst>
      <p:ext uri="{BB962C8B-B14F-4D97-AF65-F5344CB8AC3E}">
        <p14:creationId xmlns:p14="http://schemas.microsoft.com/office/powerpoint/2010/main" val="305657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Analytics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374" y="2109685"/>
            <a:ext cx="754380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Data collection + understanding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Exploratory Data Analysis (EDA)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Feature 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Modelling approach (if applicable)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94977"/>
            <a:ext cx="7543800" cy="1450757"/>
          </a:xfrm>
        </p:spPr>
        <p:txBody>
          <a:bodyPr/>
          <a:lstStyle/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Pandas, NumPy for data 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Matplotlib, Seaborn for visualization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US" dirty="0" err="1"/>
              <a:t>S</a:t>
            </a:r>
            <a:r>
              <a:rPr dirty="0" err="1"/>
              <a:t>cikit</a:t>
            </a:r>
            <a:r>
              <a:rPr lang="en-US" dirty="0"/>
              <a:t> </a:t>
            </a:r>
            <a:r>
              <a:rPr dirty="0"/>
              <a:t>-learn for analytical methods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US" dirty="0" err="1"/>
              <a:t>J</a:t>
            </a:r>
            <a:r>
              <a:rPr dirty="0" err="1"/>
              <a:t>upyter</a:t>
            </a:r>
            <a:r>
              <a:rPr dirty="0"/>
              <a:t>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Visualization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dirty="0"/>
              <a:t> Distribution plots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Correlation heatmaps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Boxplots for outlier detection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Scatterplots for variable relationships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C46A-DA4C-4719-9926-E89E35B7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126" y="875984"/>
            <a:ext cx="3977640" cy="96012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Histogram for alcohol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2CA1-4512-4D9B-9368-A204777DA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3377" y="2225356"/>
            <a:ext cx="4675696" cy="37566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Shape: The histogram is positively skewed (right-skewed), indicating most data points are concentrated on the lower end of the alcohol scale</a:t>
            </a:r>
          </a:p>
          <a:p>
            <a:pPr marL="0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Peak: The highest density is around 9.5-10 on the alcohol scale.- Range: Alcohol values range </a:t>
            </a:r>
            <a:r>
              <a:rPr lang="en-US" sz="1600" dirty="0">
                <a:latin typeface="Book Antiqua" panose="02040602050305030304" pitchFamily="18" charset="0"/>
              </a:rPr>
              <a:t>approximately</a:t>
            </a:r>
            <a:r>
              <a:rPr lang="en-US" sz="1800" dirty="0">
                <a:latin typeface="Book Antiqua" panose="02040602050305030304" pitchFamily="18" charset="0"/>
              </a:rPr>
              <a:t> from 9 to 15</a:t>
            </a:r>
          </a:p>
          <a:p>
            <a:pPr marL="0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 Density: Highest density is around 250, indicating a large concentration of data points between 9.5-10</a:t>
            </a:r>
          </a:p>
          <a:p>
            <a:pPr marL="0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Tail: There's a long tail extending towards higher alcohol values, indicating fewer data points at higher alcohol levels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02E2F7-AD87-44B0-AE13-AC63358CA7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85588" y="2033077"/>
            <a:ext cx="3585035" cy="3590278"/>
          </a:xfrm>
        </p:spPr>
      </p:pic>
    </p:spTree>
    <p:extLst>
      <p:ext uri="{BB962C8B-B14F-4D97-AF65-F5344CB8AC3E}">
        <p14:creationId xmlns:p14="http://schemas.microsoft.com/office/powerpoint/2010/main" val="253166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9F58-4345-41BD-9EB3-DB7DACCA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61" y="1245910"/>
            <a:ext cx="7773338" cy="54507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Alcohol Content by wine quality</a:t>
            </a:r>
            <a:endParaRPr lang="en-IN" sz="18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3AED-6208-41AA-9DB6-77D35B1D8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Alcohol Content Trend: There's a general upward trend in alcohol content as wine quality increases from 3 to 8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Median Alcohol Content:    - Quality 3 &amp; 4: around 10%    - Quality 5 &amp; 6: slightly above 11%    - Quality 7: around 12%    - Quality 8: above 13%-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Variability: Higher quality wines (7 &amp; 8) show more variability in alcohol content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Outliers: Some outliers are present, particularly in quality 5 wines.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B85382-1E94-44E8-8987-E7594BC82C1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780449" y="2367093"/>
            <a:ext cx="3829050" cy="3071722"/>
          </a:xfrm>
        </p:spPr>
      </p:pic>
    </p:spTree>
    <p:extLst>
      <p:ext uri="{BB962C8B-B14F-4D97-AF65-F5344CB8AC3E}">
        <p14:creationId xmlns:p14="http://schemas.microsoft.com/office/powerpoint/2010/main" val="133995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9E70-1776-4314-AB5F-62649DED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53" y="249510"/>
            <a:ext cx="7773338" cy="159617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Count of wine quality ratings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47FD-CC9E-4982-8A49-ECF83D75AC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794" y="2687604"/>
            <a:ext cx="3829520" cy="34241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latin typeface="Bodoni MT" panose="02070603080606020203" pitchFamily="18" charset="0"/>
              </a:rPr>
              <a:t>Alcohol Content Trend: There's a general upward trend in alcohol content as wine quality increases from 3 to 8.</a:t>
            </a:r>
          </a:p>
          <a:p>
            <a:pPr marL="0" indent="0">
              <a:buNone/>
            </a:pPr>
            <a:r>
              <a:rPr lang="en-US" sz="1600" dirty="0">
                <a:latin typeface="Bodoni MT" panose="02070603080606020203" pitchFamily="18" charset="0"/>
              </a:rPr>
              <a:t>Median Alcohol Content:    - Quality 3 &amp; 4: around 10%    - Quality 5 &amp; 6: slightly above 11%    - Quality 7: around 12%    - Quality 8: above 13%-</a:t>
            </a:r>
          </a:p>
          <a:p>
            <a:pPr marL="0" indent="0">
              <a:buNone/>
            </a:pPr>
            <a:r>
              <a:rPr lang="en-US" sz="1600" dirty="0">
                <a:latin typeface="Bodoni MT" panose="02070603080606020203" pitchFamily="18" charset="0"/>
              </a:rPr>
              <a:t>Variability: Higher quality wines (7 &amp; 8) show more variability in alcohol content.</a:t>
            </a:r>
          </a:p>
          <a:p>
            <a:pPr marL="0" indent="0">
              <a:buNone/>
            </a:pPr>
            <a:r>
              <a:rPr lang="en-US" sz="1600" dirty="0">
                <a:latin typeface="Bodoni MT" panose="02070603080606020203" pitchFamily="18" charset="0"/>
              </a:rPr>
              <a:t>Outliers: Some outliers are present, particularly in quality 5 wines.</a:t>
            </a:r>
          </a:p>
          <a:p>
            <a:pPr marL="0" indent="0">
              <a:buNone/>
            </a:pPr>
            <a:r>
              <a:rPr lang="en-US" sz="1600" dirty="0">
                <a:latin typeface="Bodoni MT" panose="02070603080606020203" pitchFamily="18" charset="0"/>
              </a:rPr>
              <a:t> Distribution: The boxes show a gradual shift towards higher alcohol content with increasing wine quality.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EAA146-124F-4714-AAD9-583B4176023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818156" y="2687604"/>
            <a:ext cx="3829050" cy="3047732"/>
          </a:xfrm>
        </p:spPr>
      </p:pic>
    </p:spTree>
    <p:extLst>
      <p:ext uri="{BB962C8B-B14F-4D97-AF65-F5344CB8AC3E}">
        <p14:creationId xmlns:p14="http://schemas.microsoft.com/office/powerpoint/2010/main" val="242153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B916-ECD5-43E8-A21D-473B1626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219" y="950824"/>
            <a:ext cx="7773338" cy="84415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Sulphates by wine quality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D1083-8747-479A-95E8-F61E3F7B8E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062" y="2085790"/>
            <a:ext cx="3829520" cy="3424107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Quality Ratings Distribution: The graph shows wine quality ratings ranging from 3 to 8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peak Ratings: Most wines are rated 5 and 6, indicating average to good quality.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Skewness: The distribution is roughly symmetric, leaning slightly towards lower-middle ratings.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9329EB-6BB9-45D2-B808-847589ED55D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758888" y="2060990"/>
            <a:ext cx="3829050" cy="3094546"/>
          </a:xfrm>
          <a:solidFill>
            <a:schemeClr val="bg1"/>
          </a:solidFill>
          <a:scene3d>
            <a:camera prst="orthographicFront"/>
            <a:lightRig rig="threePt" dir="t"/>
          </a:scene3d>
          <a:sp3d>
            <a:bevelT w="139700" prst="cross"/>
          </a:sp3d>
        </p:spPr>
      </p:pic>
    </p:spTree>
    <p:extLst>
      <p:ext uri="{BB962C8B-B14F-4D97-AF65-F5344CB8AC3E}">
        <p14:creationId xmlns:p14="http://schemas.microsoft.com/office/powerpoint/2010/main" val="114047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E1BE-550A-46E1-AD60-08E2FC8B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21" y="203738"/>
            <a:ext cx="7773338" cy="159617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Ph density plot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4A1B-0090-4F87-9F88-35DDB7EED2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80" y="2591326"/>
            <a:ext cx="3829520" cy="3424107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The distribution is roughly symmetric around the peak.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The peak of the distribution is approximately at pH 3.4.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 The pH values range from about 2.8 to 3.8, with most values clustering between 3.0 and 3.6.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F67A53-7C6F-4D99-A8CD-A058E318F2A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779390" y="2392921"/>
            <a:ext cx="3829050" cy="3014103"/>
          </a:xfrm>
        </p:spPr>
      </p:pic>
    </p:spTree>
    <p:extLst>
      <p:ext uri="{BB962C8B-B14F-4D97-AF65-F5344CB8AC3E}">
        <p14:creationId xmlns:p14="http://schemas.microsoft.com/office/powerpoint/2010/main" val="97410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0372-4BAF-4A7C-95F8-EABEB73CB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95" y="620085"/>
            <a:ext cx="7997274" cy="115155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Bubble chart alcohol vs pH vs quality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14E6-52CA-4583-A5D9-3F2E160EE3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079" y="2613156"/>
            <a:ext cx="3829520" cy="3424107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Quality seems higher (yellow-orange bubbles) at moderate Alcohol levels (around 11-13) and mid-range pH (3.2-3.6): This suggests optimal quality might be associated with these ranges.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Lower pH and lower Alcohol show varied Quality (purple to red bubbles): There's a spread of quality scores at lower ends of Alcohol and pH, indicating possibly more variability in quality under these conditions.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FC7D9E-DF3D-4B8E-AE54-7994EA56957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864232" y="2602764"/>
            <a:ext cx="3829050" cy="3153640"/>
          </a:xfrm>
        </p:spPr>
      </p:pic>
    </p:spTree>
    <p:extLst>
      <p:ext uri="{BB962C8B-B14F-4D97-AF65-F5344CB8AC3E}">
        <p14:creationId xmlns:p14="http://schemas.microsoft.com/office/powerpoint/2010/main" val="345573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614E-B992-4695-8FDE-3EA2E914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189" y="129893"/>
            <a:ext cx="7773338" cy="159617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KDE plot of alcohol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8D43-F5DA-4CD0-A516-23080640CC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5165" y="2367094"/>
            <a:ext cx="3930978" cy="306922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Distribution Shape: The distribution appears to be right-skewed, indicating that most alcohol values cluster around the lower end (around 9-10), with a longer tail extending towards higher values. 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Central Tendency: The peak density is around 9.5-10, suggesting this is where most data points are concentrated.-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Range: The data spans roughly from 8 to 15, with the majority of the density between 9 and 12.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2CA68F-355C-4C1D-A0E5-D37163427A9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707858" y="2367093"/>
            <a:ext cx="3829050" cy="3069222"/>
          </a:xfrm>
        </p:spPr>
      </p:pic>
    </p:spTree>
    <p:extLst>
      <p:ext uri="{BB962C8B-B14F-4D97-AF65-F5344CB8AC3E}">
        <p14:creationId xmlns:p14="http://schemas.microsoft.com/office/powerpoint/2010/main" val="3381043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2C3F-E9DC-40CD-82D0-A4727704C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2317109"/>
            <a:ext cx="7269480" cy="1325562"/>
          </a:xfrm>
        </p:spPr>
        <p:txBody>
          <a:bodyPr>
            <a:normAutofit/>
          </a:bodyPr>
          <a:lstStyle/>
          <a:p>
            <a:pPr marL="857250" indent="-857250">
              <a:buFont typeface="Wingdings" panose="05000000000000000000" pitchFamily="2" charset="2"/>
              <a:buChar char="ü"/>
            </a:pPr>
            <a:r>
              <a:rPr lang="en-US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odoni MT" panose="02070603080606020203" pitchFamily="18" charset="0"/>
              </a:rPr>
              <a:t>Thank you</a:t>
            </a:r>
            <a:endParaRPr lang="en-IN" sz="6600" dirty="0">
              <a:solidFill>
                <a:schemeClr val="accent1">
                  <a:lumMod val="60000"/>
                  <a:lumOff val="40000"/>
                </a:schemeClr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6203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</TotalTime>
  <Words>647</Words>
  <Application>Microsoft Office PowerPoint</Application>
  <PresentationFormat>On-screen Show (4:3)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Aharoni</vt:lpstr>
      <vt:lpstr>Bodoni MT</vt:lpstr>
      <vt:lpstr>Book Antiqua</vt:lpstr>
      <vt:lpstr>Calibri</vt:lpstr>
      <vt:lpstr>Calibri Light</vt:lpstr>
      <vt:lpstr>Wingdings</vt:lpstr>
      <vt:lpstr>Retrospect</vt:lpstr>
      <vt:lpstr>.</vt:lpstr>
      <vt:lpstr>Objective and Scope of the Study</vt:lpstr>
      <vt:lpstr>Analytics Approach</vt:lpstr>
      <vt:lpstr>Tools and Techniques</vt:lpstr>
      <vt:lpstr>Visualization (EDA)</vt:lpstr>
      <vt:lpstr>Histogram for alcohol</vt:lpstr>
      <vt:lpstr>Alcohol Content by wine quality</vt:lpstr>
      <vt:lpstr>Count of wine quality ratings</vt:lpstr>
      <vt:lpstr>Sulphates by wine quality</vt:lpstr>
      <vt:lpstr>Ph density plot</vt:lpstr>
      <vt:lpstr>Bubble chart alcohol vs pH vs quality</vt:lpstr>
      <vt:lpstr>KDE plot of alcohol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 and Scope of the Study</dc:title>
  <dc:subject/>
  <dc:creator>Admin</dc:creator>
  <cp:keywords/>
  <dc:description>generated using python-pptx</dc:description>
  <cp:lastModifiedBy>ashwin harinkhede</cp:lastModifiedBy>
  <cp:revision>24</cp:revision>
  <dcterms:created xsi:type="dcterms:W3CDTF">2013-01-27T09:14:16Z</dcterms:created>
  <dcterms:modified xsi:type="dcterms:W3CDTF">2025-11-19T15:54:17Z</dcterms:modified>
  <cp:category/>
</cp:coreProperties>
</file>